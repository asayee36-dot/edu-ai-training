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2A3A8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2A3A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 •  DAY 1  •  SESSION 1  •  09:00 – 10:30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General AI Ecosystem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computing infrastructure to model development, deployment, and inference — and why the numbers force us into the cloud and onto the edge.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— Day 1, Session 1 of 4  •  1.5 hours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•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layered structure of the AI ecosystem, from GPU chips up to finished applications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you will hear all week: model, training, inference, token, LLM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compute AI training really needs — using PaLM 540B as the worked example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 computing exists, and what it lets a small team do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Edge AI exists, and when it is the only option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42316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five layers of the AI stack and give an example from each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training and inference are, and why one is far more expensive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PaLM numbers to justify why AI needs specialized hardware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reason cloud computing is necessary and one reason Edge AI is necessary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defense tasks belong on the edge and which belong in the cloud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• CORE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Words You Will Hear All Week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doing tasks that normally need human intelligence — language, vision, decisions.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1208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5800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672" y="1792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2728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2376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rules, we show the computer many examples and it learns the patterns.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3776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8368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1792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5296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4944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'brain' produced by learning — a big file of numbers that makes predictions.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293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4119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model with huge data. Expensive: powerful GPUs, often for weeks.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1208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5800" y="4293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672" y="44119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62728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32376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 already-trained model to answer. Fast and cheap compared to training.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3776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8368" y="4293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240" y="44119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45296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14944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 of text, roughly a word. Models read and write text token by token.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• COMPUTE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Machines Behind the Magic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chip doing thousands of calculations in parallel — the engine of all modern AI.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1208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5800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672" y="1792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2728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2376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custom AI chip, same job as a GPU. PaLM was trained on TPU pods.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3776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8368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1792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5296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4944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— trained on trillions of tokens to understand and generate language (GPT, PaLM, Llama).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293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4119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computers and GPUs over the internet (AWS, GCP, Azure, IBM) instead of buying them.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1208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5800" y="4293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672" y="44119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62728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32376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AI directly on local devices — phones, drones, cameras — with no internet needed.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3776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8368" y="4293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240" y="44119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45296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14944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2–3 are all cloud platforms. Later today you'll rent a free cloud GPU yourself in two clicks.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• 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Ecosystem Is a Stack of Layers</a:t>
            </a:r>
            <a:endParaRPr lang="en-US" sz="3200" dirty="0"/>
          </a:p>
        </p:txBody>
      </p:sp>
      <p:pic>
        <p:nvPicPr>
          <p:cNvPr id="4" name="Image 0" descr="ecosystem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417320"/>
            <a:ext cx="7955280" cy="4901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64040" y="3063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= Layer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464040" y="3520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2–3 = Layer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bottom-up: every application depends on the layers beneath 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• COURSE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vs. LLM: The Scale of AI Training</a:t>
            </a:r>
            <a:endParaRPr lang="en-US" sz="3200" dirty="0"/>
          </a:p>
        </p:txBody>
      </p:sp>
      <p:pic>
        <p:nvPicPr>
          <p:cNvPr id="4" name="Image 0" descr="/mnt/user-data/uploads/178444994144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1216" y="1463040"/>
            <a:ext cx="6446520" cy="4837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 540B — reading speed, training time and resource demands, compared with a human reader.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• THE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Those Numbers Actually Mean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books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trillion training tokens is a library no human could ever read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64592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2A3A8C"/>
          </a:solidFill>
          <a:ln/>
        </p:spPr>
      </p:sp>
      <p:sp>
        <p:nvSpPr>
          <p:cNvPr id="9" name="Text 7"/>
          <p:cNvSpPr/>
          <p:nvPr/>
        </p:nvSpPr>
        <p:spPr>
          <a:xfrm>
            <a:off x="4498848" y="1965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33,000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498848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human reading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6008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match the 4.68 trillion tokens PaLM processed (1.56 epochs)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64592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8266176" y="1965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266176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TPU pods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03336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workload, done by specialized AI hardware in the cloud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3492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5515661"/>
            <a:ext cx="307238" cy="30723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91640" y="5230368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indent="0" marL="0">
              <a:buNone/>
            </a:pPr>
            <a:r>
              <a:rPr lang="en-US" sz="14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and TPUs compress tens of thousands of years of “reading” into weeks. This is why ordinary laptops cannot train modern AI — and why the next two ideas, cloud and edge, exist.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•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Cloud Computing Is Necessary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1844528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afford the hardware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19842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GPUs may be needed for only a few weeks of training. Buying them makes no sense — renting does.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86207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6" y="3033248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7889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by the hour, release when done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54480" y="31729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Google Cloud, Azure, and IBM (Days 2–3) let anyone use supercomputer-class hardware on demand.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05079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4221968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9776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AI services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4361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SageMaker, Azure ML, and Watson let teams train and deploy models without managing any hardware at all.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523951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6" y="5410688"/>
            <a:ext cx="316017" cy="3160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5166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use it today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54480" y="55504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gives you a free cloud machine — and a free GPU — right in the browser, in Session 2.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•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Edge AI Is Necessary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658368" cy="65836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1844528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in the field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19842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Drones, sensors, vehicles, and remote outposts often have no connection — cloud AI simply isn't reachable.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862072"/>
            <a:ext cx="658368" cy="65836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6" y="3033248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7889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for a round trip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54480" y="31729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drone avoiding an obstacle can't wait for data to travel to a data center and back. Edge AI responds instantly.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050792"/>
            <a:ext cx="658368" cy="65836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4221968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9776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stays local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4361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defense contexts, data often must not leave the device. Edge AI keeps it on board.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5239512"/>
            <a:ext cx="658368" cy="65836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6" y="5410688"/>
            <a:ext cx="316017" cy="3160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5166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pattern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54480" y="55504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big model in the cloud, then shrink it and deploy a small version onto the edge device. Real systems use both.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• 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+ Edge: Two Answers to One Problem</a:t>
            </a:r>
            <a:endParaRPr lang="en-US" sz="3200" dirty="0"/>
          </a:p>
        </p:txBody>
      </p:sp>
      <p:pic>
        <p:nvPicPr>
          <p:cNvPr id="4" name="Image 0" descr="cloud_edge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08760"/>
            <a:ext cx="9601200" cy="4242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978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897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(10 min):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defense-sector tasks must run on the edge, and which belong in the cloud?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2A3A8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THREE IDEAS TO CARRY FORWARD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→ compute platforms → development tools → models → applications. Everything you build sits on layers below it.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frontier model equals roughly 33,000 human-years of reading. That is why GPUs, TPUs and the cloud exist.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deployment homes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for training and heavy workloads; edge for offline, instant, and sensitive work. Serious systems use both.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2A3A8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2 (10:45):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Google Colab. You'll create your account, your first repository and your first dataset commit, then run code on Google's cloud.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2026-07-19T13:40:45Z</dcterms:created>
  <dcterms:modified xsi:type="dcterms:W3CDTF">2026-07-19T13:40:45Z</dcterms:modified>
</cp:coreProperties>
</file>