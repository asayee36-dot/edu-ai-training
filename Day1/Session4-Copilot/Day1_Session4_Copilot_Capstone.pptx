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583680" cy="6583680"/>
          </a:xfrm>
          <a:prstGeom prst="ellipse">
            <a:avLst/>
          </a:prstGeom>
          <a:solidFill>
            <a:srgbClr val="2A3A8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480560"/>
            <a:ext cx="5486400" cy="5486400"/>
          </a:xfrm>
          <a:prstGeom prst="ellipse">
            <a:avLst/>
          </a:prstGeom>
          <a:solidFill>
            <a:srgbClr val="2A3A8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868680"/>
            <a:ext cx="960120" cy="9601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" y="11183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03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 •  DAY 1  •  SESSION 4  •  15:30 – 16:30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" y="260604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Capstone: Copilot Builds Your Website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77240" y="44348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today comes together — describe a personal website in plain English, watch GitHub Copilot write it, preview it in your browser, and push it live to GitHub.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5897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Defense University — Day 1, Session 4 of 4  •  1 hour  •  Capstone exercise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•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Session Covers — and What You Walk Away With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681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cover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892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AI coding assistant is, and how Copilot works inside VS Code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install Copilot and sign in with your GitHub account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write a clear prompt that produces usable code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review, iterate on, and accept AI-generated code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preview a website locally and publish it with GitHub Pages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6428232" y="17373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991" y="18681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737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19672" y="2423160"/>
            <a:ext cx="4892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GitHub Copilot running in VS Code, signed in with your own account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complete personal website from a single plain-English prompt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on the design by asking follow-up questions in chat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website in a local browser and edit-and-refresh it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and push the site to GitHub — and optionally publish it live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• SETUP (10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GitHub Copilot in VS Code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6536" cy="1828800"/>
          </a:xfrm>
          <a:prstGeom prst="roundRect">
            <a:avLst>
              <a:gd name="adj" fmla="val 4000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79222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221992"/>
            <a:ext cx="3124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widely used AI coding assistant, built into VS Code. Free tier; free Pro for verified students &amp; teachers.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1208" y="1508760"/>
            <a:ext cx="3526536" cy="1828800"/>
          </a:xfrm>
          <a:prstGeom prst="roundRect">
            <a:avLst>
              <a:gd name="adj" fmla="val 4000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95800" y="1673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672" y="179222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62728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32376" y="2221992"/>
            <a:ext cx="3124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panel where you describe what you want and Copilot writes the files.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13776" y="1508760"/>
            <a:ext cx="3526536" cy="1828800"/>
          </a:xfrm>
          <a:prstGeom prst="roundRect">
            <a:avLst>
              <a:gd name="adj" fmla="val 4000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8368" y="1673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240" y="179222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45296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14944" y="2221992"/>
            <a:ext cx="3124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competing AI editor (modified VS Code). We'll demo it briefly — the skill of clear prompting transfers.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6849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5"/>
          <p:cNvSpPr/>
          <p:nvPr/>
        </p:nvSpPr>
        <p:spPr>
          <a:xfrm>
            <a:off x="54864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115568" y="3840480"/>
            <a:ext cx="10497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panel → search “GitHub Copilot” → Install (Chat comes with it)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48640" y="477316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18"/>
          <p:cNvSpPr/>
          <p:nvPr/>
        </p:nvSpPr>
        <p:spPr>
          <a:xfrm>
            <a:off x="54864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115568" y="4645152"/>
            <a:ext cx="10497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“Sign in with GitHub” and authorize with this morning's account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548640" y="557784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1"/>
          <p:cNvSpPr/>
          <p:nvPr/>
        </p:nvSpPr>
        <p:spPr>
          <a:xfrm>
            <a:off x="548640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1115568" y="5449824"/>
            <a:ext cx="10497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chat panel with Ctrl+Alt+I and select Agent mode so Copilot can create files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Copilot access yet? Pair up on one machine now; enroll at education.github.com after class.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• THE PROMPT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Your Website in Plain English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my-first-ai-lab folder (File → Open Folder), then paste a prompt like this into Copilot Chat: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672" cy="2286000"/>
          </a:xfrm>
          <a:prstGeom prst="roundRect">
            <a:avLst>
              <a:gd name="adj" fmla="val 2400"/>
            </a:avLst>
          </a:prstGeom>
          <a:solidFill>
            <a:srgbClr val="F2F3F7"/>
          </a:solidFill>
          <a:ln w="12700">
            <a:solidFill>
              <a:srgbClr val="D8DB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21408"/>
            <a:ext cx="1072591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a personal website in a single file called index.html.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is for [Your Name], an instructor at Ethiopian Defense University.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Include: a header with my name and title, an About Me section,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Skills section listing Python, GitHub and AI, and a Contact section.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 clean modern design with a dark blue color scheme.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all CSS inside the same file. No JavaScript frameworks.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617720"/>
            <a:ext cx="11091672" cy="1691640"/>
          </a:xfrm>
          <a:prstGeom prst="roundRect">
            <a:avLst>
              <a:gd name="adj" fmla="val 5405"/>
            </a:avLst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489204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505846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4846320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is an assistant, not an oracle.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generated code together before accepting it. Then iterate: ask “change the color scheme to green” and watch Copilot revise — clear prompting + review is the real skill.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• PROMPTING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Good Prompt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FBEBEC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prompt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4800600" cy="548640"/>
          </a:xfrm>
          <a:prstGeom prst="roundRect">
            <a:avLst>
              <a:gd name="adj" fmla="val 10000"/>
            </a:avLst>
          </a:prstGeom>
          <a:solidFill>
            <a:srgbClr val="F2F3F7"/>
          </a:solidFill>
          <a:ln w="12700">
            <a:solidFill>
              <a:srgbClr val="D8D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39572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me a website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about who it's for, what sections it needs, what it should look like, or what file to create. You'll get something generic and have to redo it.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EAF5EC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prompt — four ingredients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19672" y="23317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format — “a single file called index.html”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audience — “for an instructor at EDU”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content — the exact sections you want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— “dark blue, CSS inside, no frameworks”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four ingredients work for any AI tool — Copilot, Cursor, or a chatbot. This is the transferable skill.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• SHIP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Preview Locally, Then Push to the World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in your browser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39115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91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35608" y="2194560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Copilot's changes so index.html is saved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33298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3329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35608" y="3136392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it → Reveal in File Explorer / Finder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2748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2748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35608" y="4078224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— your website opens locally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521665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2166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35608" y="5020056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in VS Code, save, refresh the browser: the developer loop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99632" y="150876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19672" y="23911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2391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2194560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Source Control panel (branch icon)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19672" y="33329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519672" y="33329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86600" y="3136392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 “Add personal website built with Copilot”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19672" y="42748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42748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86600" y="4078224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Commit, then Sync Changes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19672" y="52166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519672" y="52166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086600" y="5020056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github.com — your website's code is live in your repo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89788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2E8B57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58978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(5 min):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Pages → Branch: main → Save.  Your site goes live at  https://&lt;username&gt;.github.io/my-first-ai-lab/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• THE FULL CIRCLE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Prompt, Every Skill From Today</a:t>
            </a:r>
            <a:endParaRPr lang="en-US" sz="3200" dirty="0"/>
          </a:p>
        </p:txBody>
      </p:sp>
      <p:pic>
        <p:nvPicPr>
          <p:cNvPr id="4" name="Image 0" descr="workflow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10607040" cy="32552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5212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created the account and repository this morning, cloned it before lunch, and just used Copilot to fill it — then pushed it back. That is the complete professional loop.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" y="5897880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58978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comparison (5 min):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prompt in a different tool gives near-identical results — the skill is prompting, not the product.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• FINAL CHECKLIST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Leave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46504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6276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a GitHub account and a repository of my own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267712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386584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26771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repo contains data/soldiers_fitness.csv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40080" y="2907792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02666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29077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cloned a repository and opened it in VS Code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640080" y="3547872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666744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98448" y="35478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ran a Colab notebook and switched to a free GPU runtime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640080" y="4187952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306824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98448" y="418795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ran a pretrained Hugging Face model on my own sentences</a:t>
            </a:r>
            <a:endParaRPr lang="en-US" sz="1600" dirty="0"/>
          </a:p>
        </p:txBody>
      </p:sp>
      <p:sp>
        <p:nvSpPr>
          <p:cNvPr id="19" name="Shape 12"/>
          <p:cNvSpPr/>
          <p:nvPr/>
        </p:nvSpPr>
        <p:spPr>
          <a:xfrm>
            <a:off x="640080" y="4828032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4946904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98448" y="48280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a website with a Copilot prompt and pushed it to GitHub</a:t>
            </a:r>
            <a:endParaRPr lang="en-US" sz="1600" dirty="0"/>
          </a:p>
        </p:txBody>
      </p:sp>
      <p:sp>
        <p:nvSpPr>
          <p:cNvPr id="22" name="Shape 14"/>
          <p:cNvSpPr/>
          <p:nvPr/>
        </p:nvSpPr>
        <p:spPr>
          <a:xfrm>
            <a:off x="640080" y="5468112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5586984"/>
            <a:ext cx="219456" cy="21945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298448" y="546811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why GPUs, cloud, and Edge AI are each necessary</a:t>
            </a:r>
            <a:endParaRPr lang="en-US" sz="1600" dirty="0"/>
          </a:p>
        </p:txBody>
      </p:sp>
      <p:sp>
        <p:nvSpPr>
          <p:cNvPr id="25" name="Text 16"/>
          <p:cNvSpPr/>
          <p:nvPr/>
        </p:nvSpPr>
        <p:spPr>
          <a:xfrm>
            <a:off x="548640" y="629107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verify by opening each trainee's GitHub profile — the commits are the evidence.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6217920" cy="6217920"/>
          </a:xfrm>
          <a:prstGeom prst="ellipse">
            <a:avLst/>
          </a:prstGeom>
          <a:solidFill>
            <a:srgbClr val="2A3A8C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THREE IDEAS TO REMEMBER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A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783080" y="13533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83080" y="179222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frontier model equals roughly 33,000 human-years of reading. That is why GPUs and the cloud exist.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A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783080" y="26151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83080" y="305409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training is so expensive, real projects start from pretrained models on Hugging Face — then fine-tune.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3803904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A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783080" y="38770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83080" y="43159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 the backbone. Every exercise this week ends with a commit and a push — just like professional AI teams.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525780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2A3A8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2578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2: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cloud AI. Python with PyCharm, then training and deploying real models on Amazon SageMaker and Google Cloud — the rented GPU power we discussed today, hands-on.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2026-07-19T13:40:46Z</dcterms:created>
  <dcterms:modified xsi:type="dcterms:W3CDTF">2026-07-19T13:40:46Z</dcterms:modified>
</cp:coreProperties>
</file>